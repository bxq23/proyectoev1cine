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1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7965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92" y="-1"/>
            <a:ext cx="9144001" cy="51435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72000" cy="51434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37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01417"/>
            <a:ext cx="4572000" cy="3342084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050" dirty="0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961397C-706D-4EB8-B1E1-D1B680D284C3}" type="datetime1">
              <a:rPr lang="en-US" smtClean="0"/>
              <a:t>9/25/2026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31760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41712"/>
            <a:ext cx="7372513" cy="548640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6314" y="1508760"/>
            <a:ext cx="8551926" cy="3291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296037" y="1278627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6888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51435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0"/>
            <a:ext cx="4572000" cy="51434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31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1729" y="3173504"/>
            <a:ext cx="5392271" cy="1969996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050" dirty="0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715000" y="157734"/>
            <a:ext cx="1104901" cy="274320"/>
          </a:xfrm>
        </p:spPr>
        <p:txBody>
          <a:bodyPr/>
          <a:lstStyle/>
          <a:p>
            <a:fld id="{DB19E114-DE0F-4D79-972B-16F4D1534B50}" type="datetime1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873691" y="157734"/>
            <a:ext cx="1636013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85784" y="157734"/>
            <a:ext cx="336604" cy="274320"/>
          </a:xfrm>
        </p:spPr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970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" y="849910"/>
            <a:ext cx="8723609" cy="1369256"/>
          </a:xfrm>
        </p:spPr>
        <p:txBody>
          <a:bodyPr anchor="t"/>
          <a:lstStyle>
            <a:lvl1pPr>
              <a:defRPr sz="375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313" y="4013420"/>
            <a:ext cx="5426966" cy="578457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350" dirty="0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CAC3-7932-4379-B917-F7F78C6F24BE}" type="datetime1">
              <a:rPr lang="en-US" smtClean="0"/>
              <a:t>9/25/2026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2574091"/>
            <a:ext cx="9144000" cy="1368775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4453975" y="-747639"/>
            <a:ext cx="1368776" cy="8011274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15318311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275417" y="275419"/>
            <a:ext cx="5149767" cy="4598932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483461" y="1730498"/>
            <a:ext cx="4896464" cy="19295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3162082"/>
            <a:ext cx="6665474" cy="1983400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875" y="714375"/>
            <a:ext cx="6665474" cy="4227599"/>
          </a:xfrm>
        </p:spPr>
        <p:txBody>
          <a:bodyPr anchor="b">
            <a:norm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144B-27A2-4831-A05B-9434A462331E}" type="datetime1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90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1338" y="0"/>
            <a:ext cx="5700139" cy="51435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1" y="2557085"/>
            <a:ext cx="5707226" cy="2586415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296112" y="-281862"/>
            <a:ext cx="5143500" cy="5707226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891460" y="313483"/>
            <a:ext cx="4138584" cy="5521450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35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7" y="1285874"/>
            <a:ext cx="3720463" cy="3542157"/>
          </a:xfrm>
        </p:spPr>
        <p:txBody>
          <a:bodyPr/>
          <a:lstStyle>
            <a:lvl1pPr>
              <a:defRPr sz="37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895950-DBB3-436C-A1DD-7D3C30A336E3}" type="datetime1">
              <a:rPr lang="en-US" smtClean="0"/>
              <a:t>9/25/2026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932026" y="157586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4174" y="935214"/>
            <a:ext cx="2553208" cy="3692389"/>
          </a:xfrm>
        </p:spPr>
        <p:txBody>
          <a:bodyPr vert="horz" lIns="91440" tIns="45720" rIns="91440" bIns="45720" rtlCol="0" anchor="t">
            <a:normAutofit/>
          </a:bodyPr>
          <a:lstStyle>
            <a:lvl1pPr marL="342900" indent="-342900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200" dirty="0"/>
            </a:lvl1pPr>
            <a:lvl2pPr marL="42862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2pPr>
            <a:lvl3pPr marL="60007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3pPr>
            <a:lvl4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4pPr>
            <a:lvl5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6001920" y="571500"/>
            <a:ext cx="288036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46523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0965" y="-2"/>
            <a:ext cx="9133034" cy="3369303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542928" y="871467"/>
            <a:ext cx="8601073" cy="2497835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0966" y="-5599"/>
            <a:ext cx="4582966" cy="1875307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" y="1101693"/>
            <a:ext cx="3822132" cy="1845981"/>
          </a:xfrm>
        </p:spPr>
        <p:txBody>
          <a:bodyPr/>
          <a:lstStyle>
            <a:lvl1pPr>
              <a:defRPr sz="37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14325" y="157586"/>
            <a:ext cx="1548067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57750" y="157586"/>
            <a:ext cx="2438631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65537" y="871466"/>
            <a:ext cx="3118619" cy="2076209"/>
          </a:xfrm>
        </p:spPr>
        <p:txBody>
          <a:bodyPr vert="horz" lIns="91440" tIns="45720" rIns="91440" bIns="45720" rtlCol="0" anchor="b">
            <a:normAutofit/>
          </a:bodyPr>
          <a:lstStyle>
            <a:lvl1pPr marL="342900" indent="-342900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200" dirty="0"/>
            </a:lvl1pPr>
            <a:lvl2pPr marL="42862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2pPr>
            <a:lvl3pPr marL="600075" indent="-257175"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3pPr>
            <a:lvl4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4pPr>
            <a:lvl5pPr>
              <a:spcBef>
                <a:spcPts val="750"/>
              </a:spcBef>
              <a:spcAft>
                <a:spcPts val="450"/>
              </a:spcAft>
              <a:buFont typeface="+mj-lt"/>
              <a:buAutoNum type="arabicPeriod"/>
              <a:defRPr lang="en-US" sz="105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3369302"/>
            <a:ext cx="9144000" cy="1774198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0748506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9144000" cy="5152184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295592"/>
            <a:ext cx="9144001" cy="3847906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3213787" y="-778030"/>
            <a:ext cx="5152184" cy="6708243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2690039" y="-511279"/>
            <a:ext cx="5087374" cy="6222179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35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296037" y="4575810"/>
            <a:ext cx="8551926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9144000" cy="3961068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3" y="685800"/>
            <a:ext cx="5623560" cy="196596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DEB97BB-FABD-465F-A92A-114DD4401A7A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6313" y="2926080"/>
            <a:ext cx="5623560" cy="1371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7828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293851" y="580386"/>
            <a:ext cx="8850149" cy="2363927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580385"/>
            <a:ext cx="8269941" cy="1225703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175" y="1438608"/>
            <a:ext cx="2204390" cy="157261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42A6678-B47B-4355-B5D6-D7B9669114D3}" type="datetime1">
              <a:rPr lang="en-US" smtClean="0"/>
              <a:t>9/25/2026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00501" y="157586"/>
            <a:ext cx="2204618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00500" y="1438609"/>
            <a:ext cx="3743325" cy="309977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1147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14375"/>
            <a:ext cx="2499588" cy="1186434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226314" y="154490"/>
            <a:ext cx="822960" cy="274320"/>
          </a:xfrm>
        </p:spPr>
        <p:txBody>
          <a:bodyPr/>
          <a:lstStyle/>
          <a:p>
            <a:fld id="{0C9DF407-AAD9-4F9F-B512-267BEB339CF5}" type="datetime1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120784" y="155468"/>
            <a:ext cx="1229529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355570" y="157586"/>
            <a:ext cx="370332" cy="274320"/>
          </a:xfrm>
        </p:spPr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6314" y="2324862"/>
            <a:ext cx="2499588" cy="2290572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171450" indent="0">
              <a:buNone/>
              <a:defRPr sz="1050"/>
            </a:lvl2pPr>
            <a:lvl3pPr marL="342900" indent="0">
              <a:buNone/>
              <a:defRPr sz="1050"/>
            </a:lvl3pPr>
            <a:lvl4pPr marL="514350" indent="0">
              <a:buNone/>
              <a:defRPr sz="1050"/>
            </a:lvl4pPr>
            <a:lvl5pPr marL="685800" indent="0">
              <a:buNone/>
              <a:defRPr sz="105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114675" y="0"/>
            <a:ext cx="6029325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297966" y="2108458"/>
            <a:ext cx="2434604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0390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3211538"/>
            <a:ext cx="2558219" cy="1149732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9144000" cy="289805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0421" y="3211538"/>
            <a:ext cx="5257799" cy="114973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900"/>
            </a:lvl3pPr>
            <a:lvl4pPr marL="514350" indent="0">
              <a:buFont typeface="Arial" panose="020B0604020202020204" pitchFamily="34" charset="0"/>
              <a:buNone/>
              <a:defRPr sz="825"/>
            </a:lvl4pPr>
            <a:lvl5pPr marL="685800" indent="0">
              <a:buFont typeface="Arial" panose="020B0604020202020204" pitchFamily="34" charset="0"/>
              <a:buNone/>
              <a:defRPr sz="788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6314" y="4697730"/>
            <a:ext cx="1319466" cy="274320"/>
          </a:xfrm>
        </p:spPr>
        <p:txBody>
          <a:bodyPr/>
          <a:lstStyle/>
          <a:p>
            <a:fld id="{0C9DF407-AAD9-4F9F-B512-267BEB339CF5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0420" y="4697730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5243" y="4697730"/>
            <a:ext cx="454106" cy="274320"/>
          </a:xfrm>
        </p:spPr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296037" y="4571395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50091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5219699" y="4312260"/>
            <a:ext cx="3924300" cy="83124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988" y="716858"/>
            <a:ext cx="3086100" cy="933038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5219700" cy="51435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602073" y="157586"/>
            <a:ext cx="1114425" cy="274320"/>
          </a:xfrm>
        </p:spPr>
        <p:txBody>
          <a:bodyPr/>
          <a:lstStyle/>
          <a:p>
            <a:fld id="{0C9DF407-AAD9-4F9F-B512-267BEB339CF5}" type="datetime1">
              <a:rPr lang="en-US" smtClean="0"/>
              <a:t>9/25/2026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032072" y="157586"/>
            <a:ext cx="1395348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18988" y="2093275"/>
            <a:ext cx="3086100" cy="25374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5696581" y="1856817"/>
            <a:ext cx="3008507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5219699" y="4312260"/>
            <a:ext cx="3924300" cy="83124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97234091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63265"/>
            <a:ext cx="2558219" cy="1149732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0420" y="157586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0421" y="763265"/>
            <a:ext cx="5257799" cy="17830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900"/>
            </a:lvl3pPr>
            <a:lvl4pPr marL="514350" indent="0">
              <a:buFont typeface="Arial" panose="020B0604020202020204" pitchFamily="34" charset="0"/>
              <a:buNone/>
              <a:defRPr sz="825"/>
            </a:lvl4pPr>
            <a:lvl5pPr marL="685800" indent="0">
              <a:buFont typeface="Arial" panose="020B0604020202020204" pitchFamily="34" charset="0"/>
              <a:buNone/>
              <a:defRPr sz="788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2878282"/>
            <a:ext cx="9144000" cy="2265218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26208687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1028700"/>
            <a:ext cx="2606040" cy="1714500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9/25/2026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43276" y="157586"/>
            <a:ext cx="2144480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5708680" y="157586"/>
            <a:ext cx="454106" cy="274320"/>
          </a:xfrm>
        </p:spPr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43275" y="1028701"/>
            <a:ext cx="2526584" cy="3526457"/>
          </a:xfrm>
        </p:spPr>
        <p:txBody>
          <a:bodyPr rIns="45720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8284" y="1"/>
            <a:ext cx="2595716" cy="515015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3578304"/>
            <a:ext cx="3655996" cy="1571854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2889682"/>
            <a:ext cx="2117325" cy="2267135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297752" y="563485"/>
            <a:ext cx="579501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16020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5" y="714375"/>
            <a:ext cx="5063345" cy="938153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226314" y="152897"/>
            <a:ext cx="1714500" cy="274320"/>
          </a:xfrm>
        </p:spPr>
        <p:txBody>
          <a:bodyPr/>
          <a:lstStyle/>
          <a:p>
            <a:fld id="{0C9DF407-AAD9-4F9F-B512-267BEB339CF5}" type="datetime1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943100" y="152897"/>
            <a:ext cx="2081252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85502" y="152897"/>
            <a:ext cx="648596" cy="274320"/>
          </a:xfrm>
        </p:spPr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6314" y="1807888"/>
            <a:ext cx="5066636" cy="285555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15000" y="0"/>
            <a:ext cx="3429000" cy="51435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2779573"/>
            <a:ext cx="5715000" cy="2363927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4197834"/>
            <a:ext cx="5715000" cy="945666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297752" y="563485"/>
            <a:ext cx="4965192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277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2125979"/>
            <a:ext cx="2260787" cy="2194560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3347" y="0"/>
            <a:ext cx="9157347" cy="181507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0420" y="2125980"/>
            <a:ext cx="5400675" cy="2194560"/>
          </a:xfrm>
        </p:spPr>
        <p:txBody>
          <a:bodyPr>
            <a:noAutofit/>
          </a:bodyPr>
          <a:lstStyle>
            <a:lvl1pPr marL="214313" indent="-214313">
              <a:buFont typeface="Arial" panose="020B0604020202020204" pitchFamily="34" charset="0"/>
              <a:buNone/>
              <a:defRPr sz="1350"/>
            </a:lvl1pPr>
            <a:lvl2pPr marL="385763" indent="-214313">
              <a:buFont typeface="Arial" panose="020B0604020202020204" pitchFamily="34" charset="0"/>
              <a:buNone/>
              <a:defRPr sz="1200"/>
            </a:lvl2pPr>
            <a:lvl3pPr marL="557213" indent="-214313">
              <a:buFont typeface="Arial" panose="020B0604020202020204" pitchFamily="34" charset="0"/>
              <a:buNone/>
              <a:defRPr sz="1050"/>
            </a:lvl3pPr>
            <a:lvl4pPr marL="642938" indent="-128588">
              <a:buFont typeface="Arial" panose="020B0604020202020204" pitchFamily="34" charset="0"/>
              <a:buNone/>
              <a:defRPr sz="900"/>
            </a:lvl4pPr>
            <a:lvl5pPr marL="814388" indent="-128588">
              <a:buFont typeface="Arial" panose="020B0604020202020204" pitchFamily="34" charset="0"/>
              <a:buNone/>
              <a:defRPr sz="825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226314" y="4705525"/>
            <a:ext cx="2260787" cy="274320"/>
          </a:xfrm>
        </p:spPr>
        <p:txBody>
          <a:bodyPr/>
          <a:lstStyle/>
          <a:p>
            <a:fld id="{0C9DF407-AAD9-4F9F-B512-267BEB339CF5}" type="datetime1">
              <a:rPr lang="en-US" smtClean="0"/>
              <a:t>9/25/2026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60420" y="4705525"/>
            <a:ext cx="2371725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469630" y="4705525"/>
            <a:ext cx="426688" cy="274320"/>
          </a:xfrm>
        </p:spPr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296037" y="4571395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99518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58200"/>
            <a:ext cx="2630564" cy="1048871"/>
          </a:xfrm>
        </p:spPr>
        <p:txBody>
          <a:bodyPr anchor="t">
            <a:normAutofit/>
          </a:bodyPr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699510" y="157586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8514" y="2010336"/>
            <a:ext cx="2518364" cy="274656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1628776" y="4385299"/>
            <a:ext cx="7515224" cy="758201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5825523" y="1825022"/>
            <a:ext cx="3708025" cy="292892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3320118" y="806824"/>
            <a:ext cx="0" cy="3708026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99509" y="758199"/>
            <a:ext cx="4869180" cy="39090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7037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64859"/>
            <a:ext cx="2564535" cy="1392415"/>
          </a:xfrm>
        </p:spPr>
        <p:txBody>
          <a:bodyPr anchor="t">
            <a:normAutofit/>
          </a:bodyPr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359227" y="157586"/>
            <a:ext cx="1881963" cy="27432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6792" y="2283781"/>
            <a:ext cx="2504057" cy="247311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59226" y="764858"/>
            <a:ext cx="5486400" cy="41833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974618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49" y="3680709"/>
            <a:ext cx="3990214" cy="1079155"/>
          </a:xfrm>
        </p:spPr>
        <p:txBody>
          <a:bodyPr anchor="t"/>
          <a:lstStyle>
            <a:lvl1pPr>
              <a:lnSpc>
                <a:spcPct val="100000"/>
              </a:lnSpc>
              <a:defRPr sz="15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5978" y="575073"/>
            <a:ext cx="8490347" cy="2616994"/>
          </a:xfrm>
        </p:spPr>
        <p:txBody>
          <a:bodyPr/>
          <a:lstStyle>
            <a:lvl1pPr>
              <a:lnSpc>
                <a:spcPct val="85000"/>
              </a:lnSpc>
              <a:defRPr sz="18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296037" y="3496682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447814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9144002" cy="51435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2762599" y="0"/>
            <a:ext cx="6381401" cy="51435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252806" y="-1252806"/>
            <a:ext cx="5619408" cy="812502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72550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3773806" y="-15252"/>
            <a:ext cx="5370194" cy="5158752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6721" y="2028435"/>
            <a:ext cx="9137279" cy="3115066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5740" y="2028709"/>
            <a:ext cx="7350919" cy="2653904"/>
          </a:xfrm>
        </p:spPr>
        <p:txBody>
          <a:bodyPr anchor="b"/>
          <a:lstStyle>
            <a:lvl1pPr>
              <a:lnSpc>
                <a:spcPct val="100000"/>
              </a:lnSpc>
              <a:defRPr sz="4050"/>
            </a:lvl1pPr>
            <a:lvl2pPr>
              <a:lnSpc>
                <a:spcPct val="100000"/>
              </a:lnSpc>
              <a:defRPr sz="3600"/>
            </a:lvl2pPr>
            <a:lvl3pPr>
              <a:lnSpc>
                <a:spcPct val="100000"/>
              </a:lnSpc>
              <a:defRPr sz="3300"/>
            </a:lvl3pPr>
            <a:lvl4pPr>
              <a:lnSpc>
                <a:spcPct val="100000"/>
              </a:lnSpc>
              <a:defRPr sz="3000"/>
            </a:lvl4pPr>
            <a:lvl5pPr>
              <a:lnSpc>
                <a:spcPct val="100000"/>
              </a:lnSpc>
              <a:defRPr sz="27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3796987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896059"/>
            <a:ext cx="9144000" cy="2258083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000254" y="-2000247"/>
            <a:ext cx="5143497" cy="914399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3286125" y="-3280077"/>
            <a:ext cx="2571750" cy="9131903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0175" y="3725839"/>
            <a:ext cx="6363081" cy="789011"/>
          </a:xfrm>
        </p:spPr>
        <p:txBody>
          <a:bodyPr anchor="ctr">
            <a:normAutofit/>
          </a:bodyPr>
          <a:lstStyle>
            <a:lvl1pPr marL="102870" indent="-102870">
              <a:lnSpc>
                <a:spcPct val="100000"/>
              </a:lnSpc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35E6B9-2D9C-4660-92C5-78965463CC8F}" type="datetime1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00175" y="1054289"/>
            <a:ext cx="6363081" cy="2315717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1pPr>
            <a:lvl2pPr marL="17145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2pPr>
            <a:lvl3pPr marL="34290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3pPr>
            <a:lvl4pPr marL="514350" indent="0">
              <a:lnSpc>
                <a:spcPct val="100000"/>
              </a:lnSpc>
              <a:buNone/>
              <a:defRPr lang="en-US" sz="3000" b="0" dirty="0">
                <a:solidFill>
                  <a:schemeClr val="tx1"/>
                </a:solidFill>
              </a:defRPr>
            </a:lvl4pPr>
            <a:lvl5pPr marL="685800" indent="0">
              <a:lnSpc>
                <a:spcPct val="100000"/>
              </a:lnSpc>
              <a:buNone/>
              <a:defRPr lang="en-US" sz="27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1557964" y="3608110"/>
            <a:ext cx="6205292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488071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71500"/>
            <a:ext cx="5259664" cy="1036074"/>
          </a:xfrm>
        </p:spPr>
        <p:txBody>
          <a:bodyPr anchor="t">
            <a:noAutofit/>
          </a:bodyPr>
          <a:lstStyle>
            <a:lvl1pPr>
              <a:defRPr sz="33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2CF504-FC97-4D7A-ADA4-4D7971A47BF8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296037" y="2274728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3573781" y="-426721"/>
            <a:ext cx="1996439" cy="9144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3387090" y="-613411"/>
            <a:ext cx="2369820" cy="9144002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7423" y="2571750"/>
            <a:ext cx="8378774" cy="18492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3418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3765692" y="-1822598"/>
            <a:ext cx="1368776" cy="890016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1943093"/>
            <a:ext cx="9144000" cy="1368775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5" y="571500"/>
            <a:ext cx="4571999" cy="1090880"/>
          </a:xfrm>
        </p:spPr>
        <p:txBody>
          <a:bodyPr anchor="t">
            <a:normAutofit/>
          </a:bodyPr>
          <a:lstStyle>
            <a:lvl1pPr>
              <a:defRPr sz="405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B6DD06E-1834-4525-8B00-CED1355A3638}" type="datetime1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15001" y="2503170"/>
            <a:ext cx="2696378" cy="21214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350" dirty="0"/>
            </a:lvl1pPr>
            <a:lvl2pPr marL="171450" indent="0">
              <a:buNone/>
              <a:defRPr lang="en-US" sz="1050" dirty="0"/>
            </a:lvl2pPr>
            <a:lvl3pPr marL="342900" indent="0">
              <a:buNone/>
              <a:defRPr lang="en-US" sz="900" dirty="0"/>
            </a:lvl3pPr>
            <a:lvl4pPr marL="514350" indent="0">
              <a:buNone/>
              <a:defRPr lang="en-US" sz="825" dirty="0"/>
            </a:lvl4pPr>
            <a:lvl5pPr marL="685800" indent="0">
              <a:buNone/>
              <a:defRPr lang="en-US" sz="788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01417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48640"/>
            <a:ext cx="8143875" cy="5192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219" y="1354931"/>
            <a:ext cx="3874294" cy="34397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42918" y="1354931"/>
            <a:ext cx="3743325" cy="34397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296037" y="1188720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667079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1" y="0"/>
            <a:ext cx="9143999" cy="1003300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548640"/>
            <a:ext cx="8689086" cy="4965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9/25/2026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314" y="1331834"/>
            <a:ext cx="3874770" cy="48006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none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219" y="1869360"/>
            <a:ext cx="3874294" cy="29252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40630" y="1331833"/>
            <a:ext cx="3874770" cy="48006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none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42918" y="1869360"/>
            <a:ext cx="3886430" cy="29252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296037" y="1184951"/>
            <a:ext cx="8551926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1" y="0"/>
            <a:ext cx="9143999" cy="1003300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61079047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754380"/>
            <a:ext cx="7429500" cy="600782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5DE8-BB4A-408C-A60C-374B496D02BA}" type="datetime1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48917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C9DBE-31FF-4D71-B719-92EBAC3193CE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355464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9812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" y="651855"/>
            <a:ext cx="8703035" cy="726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6314" y="157586"/>
            <a:ext cx="13194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600" cap="none" spc="0" baseline="0"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16864" y="157586"/>
            <a:ext cx="188196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6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5243" y="157586"/>
            <a:ext cx="45410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600" cap="none" spc="0" baseline="0"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314" y="1535464"/>
            <a:ext cx="8703035" cy="3175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296037" y="563485"/>
            <a:ext cx="855192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4369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2" r:id="rId23"/>
    <p:sldLayoutId id="2147483703" r:id="rId24"/>
    <p:sldLayoutId id="2147483704" r:id="rId25"/>
    <p:sldLayoutId id="2147483705" r:id="rId26"/>
    <p:sldLayoutId id="2147483706" r:id="rId27"/>
    <p:sldLayoutId id="2147483707" r:id="rId28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1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1714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3429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5143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-502920"/>
            <a:ext cx="1737360" cy="1737360"/>
          </a:xfrm>
          <a:prstGeom prst="ellipse">
            <a:avLst/>
          </a:prstGeom>
          <a:solidFill>
            <a:srgbClr val="F2D68A"/>
          </a:solidFill>
          <a:ln/>
          <a:effectLst>
            <a:outerShdw blurRad="508000" dist="50800" dir="16200000" algn="bl" rotWithShape="0">
              <a:srgbClr val="E3B23C">
                <a:alpha val="4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822960" y="640080"/>
            <a:ext cx="41148" cy="41148"/>
          </a:xfrm>
          <a:prstGeom prst="ellipse">
            <a:avLst/>
          </a:prstGeom>
          <a:solidFill>
            <a:srgbClr val="F2EF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1463040" y="1280160"/>
            <a:ext cx="41148" cy="41148"/>
          </a:xfrm>
          <a:prstGeom prst="ellipse">
            <a:avLst/>
          </a:prstGeom>
          <a:solidFill>
            <a:srgbClr val="F2EF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194560" y="457200"/>
            <a:ext cx="41148" cy="41148"/>
          </a:xfrm>
          <a:prstGeom prst="ellipse">
            <a:avLst/>
          </a:prstGeom>
          <a:solidFill>
            <a:srgbClr val="F2EF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3017520" y="1554480"/>
            <a:ext cx="41148" cy="41148"/>
          </a:xfrm>
          <a:prstGeom prst="ellipse">
            <a:avLst/>
          </a:prstGeom>
          <a:solidFill>
            <a:srgbClr val="F2EF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41148" cy="41148"/>
          </a:xfrm>
          <a:prstGeom prst="ellipse">
            <a:avLst/>
          </a:prstGeom>
          <a:solidFill>
            <a:srgbClr val="F2EF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6492240" y="3291840"/>
            <a:ext cx="41148" cy="41148"/>
          </a:xfrm>
          <a:prstGeom prst="ellipse">
            <a:avLst/>
          </a:prstGeom>
          <a:solidFill>
            <a:srgbClr val="F2EF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5669280" y="1005840"/>
            <a:ext cx="41148" cy="41148"/>
          </a:xfrm>
          <a:prstGeom prst="ellipse">
            <a:avLst/>
          </a:prstGeom>
          <a:solidFill>
            <a:srgbClr val="F2EF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8321040" y="2103120"/>
            <a:ext cx="41148" cy="41148"/>
          </a:xfrm>
          <a:prstGeom prst="ellipse">
            <a:avLst/>
          </a:prstGeom>
          <a:solidFill>
            <a:srgbClr val="F2EF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1097280" y="4206240"/>
            <a:ext cx="41148" cy="41148"/>
          </a:xfrm>
          <a:prstGeom prst="ellipse">
            <a:avLst/>
          </a:prstGeom>
          <a:solidFill>
            <a:srgbClr val="F2EF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3566160" y="4480560"/>
            <a:ext cx="41148" cy="41148"/>
          </a:xfrm>
          <a:prstGeom prst="ellipse">
            <a:avLst/>
          </a:prstGeom>
          <a:solidFill>
            <a:srgbClr val="F2EF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640080" y="1874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CINE NOCTURNO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606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EP2 · Presentación  —  DSY1107 Desarrollo Cloud Native I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7863840" cy="1234440"/>
          </a:xfrm>
          <a:prstGeom prst="roundRect">
            <a:avLst>
              <a:gd name="adj" fmla="val 5926"/>
            </a:avLst>
          </a:prstGeom>
          <a:solidFill>
            <a:srgbClr val="1F1F2B"/>
          </a:solidFill>
          <a:ln w="9525">
            <a:solidFill>
              <a:srgbClr val="3333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914400" y="3611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3B23C"/>
                </a:solidFill>
              </a:rPr>
              <a:t>Benjamín Pérez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A97A6"/>
                </a:solidFill>
              </a:rPr>
              <a:t>Sección I_003D   ·   Profesor Carlos Fernando Martínez Sánchez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0060" y="342900"/>
            <a:ext cx="68580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75" b="1" kern="0" spc="150" dirty="0">
                <a:solidFill>
                  <a:srgbClr val="F2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480060" y="562356"/>
            <a:ext cx="809244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solidFill>
                  <a:srgbClr val="F2E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cine como excusa para demostrar seguridad en la nube</a:t>
            </a:r>
            <a:endParaRPr lang="en-US" sz="2250" dirty="0"/>
          </a:p>
        </p:txBody>
      </p:sp>
      <p:sp>
        <p:nvSpPr>
          <p:cNvPr id="4" name="Text 2"/>
          <p:cNvSpPr txBox="1"/>
          <p:nvPr/>
        </p:nvSpPr>
        <p:spPr>
          <a:xfrm>
            <a:off x="480060" y="1337310"/>
            <a:ext cx="44577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en-US" sz="1125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de esta etapa no era construir el cine más completo posible, sino levantar una base técnica capaz de demostrar comunicación real entre un frontend y un backend, persistencia de datos, y una arquitectura lista para incorporar autenticación con un proveedor de identidad externo.</a:t>
            </a:r>
            <a:endParaRPr lang="en-US" sz="1125" dirty="0"/>
          </a:p>
        </p:txBody>
      </p:sp>
      <p:sp>
        <p:nvSpPr>
          <p:cNvPr id="5" name="Text 3"/>
          <p:cNvSpPr txBox="1"/>
          <p:nvPr/>
        </p:nvSpPr>
        <p:spPr>
          <a:xfrm>
            <a:off x="480060" y="2914650"/>
            <a:ext cx="44577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en-US" sz="1125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eligió el dominio de una cartelera de cine porque los distintos niveles de acceso surgen solos: cualquiera puede ver qué está en pantalla, pero solo alguien identificado puede reservar un asiento.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5280660" y="1371600"/>
            <a:ext cx="3360420" cy="1303020"/>
          </a:xfrm>
          <a:prstGeom prst="roundRect">
            <a:avLst>
              <a:gd name="adj" fmla="val 6316"/>
            </a:avLst>
          </a:prstGeom>
          <a:solidFill>
            <a:srgbClr val="1E212B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s-CL" sz="1350"/>
          </a:p>
        </p:txBody>
      </p:sp>
      <p:sp>
        <p:nvSpPr>
          <p:cNvPr id="7" name="Shape 5"/>
          <p:cNvSpPr/>
          <p:nvPr/>
        </p:nvSpPr>
        <p:spPr>
          <a:xfrm>
            <a:off x="5452110" y="1577340"/>
            <a:ext cx="480060" cy="480060"/>
          </a:xfrm>
          <a:prstGeom prst="ellipse">
            <a:avLst/>
          </a:prstGeom>
          <a:solidFill>
            <a:srgbClr val="E3B23C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sz="1350"/>
          </a:p>
        </p:txBody>
      </p:sp>
      <p:pic>
        <p:nvPicPr>
          <p:cNvPr id="8" name="Image 0" descr="icons/fi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5" y="1697355"/>
            <a:ext cx="240030" cy="2400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069330" y="1563624"/>
            <a:ext cx="240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b="1" dirty="0">
                <a:solidFill>
                  <a:srgbClr val="F2E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069330" y="1865376"/>
            <a:ext cx="246888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8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Película, sala, horario y asientos disponibles</a:t>
            </a:r>
            <a:endParaRPr lang="en-US" sz="938" dirty="0"/>
          </a:p>
        </p:txBody>
      </p:sp>
      <p:sp>
        <p:nvSpPr>
          <p:cNvPr id="11" name="Shape 8"/>
          <p:cNvSpPr/>
          <p:nvPr/>
        </p:nvSpPr>
        <p:spPr>
          <a:xfrm>
            <a:off x="5280660" y="2914650"/>
            <a:ext cx="3360420" cy="1303020"/>
          </a:xfrm>
          <a:prstGeom prst="roundRect">
            <a:avLst>
              <a:gd name="adj" fmla="val 6316"/>
            </a:avLst>
          </a:prstGeom>
          <a:solidFill>
            <a:srgbClr val="1E212B"/>
          </a:solidFill>
          <a:ln w="12700">
            <a:solidFill>
              <a:srgbClr val="2A2E38"/>
            </a:solidFill>
            <a:prstDash val="solid"/>
          </a:ln>
        </p:spPr>
        <p:txBody>
          <a:bodyPr/>
          <a:lstStyle/>
          <a:p>
            <a:endParaRPr lang="es-CL" sz="1350"/>
          </a:p>
        </p:txBody>
      </p:sp>
      <p:sp>
        <p:nvSpPr>
          <p:cNvPr id="12" name="Shape 9"/>
          <p:cNvSpPr/>
          <p:nvPr/>
        </p:nvSpPr>
        <p:spPr>
          <a:xfrm>
            <a:off x="5452110" y="3120390"/>
            <a:ext cx="480060" cy="480060"/>
          </a:xfrm>
          <a:prstGeom prst="ellipse">
            <a:avLst/>
          </a:prstGeom>
          <a:solidFill>
            <a:srgbClr val="A23B4C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sz="1350"/>
          </a:p>
        </p:txBody>
      </p:sp>
      <p:pic>
        <p:nvPicPr>
          <p:cNvPr id="13" name="Image 1" descr="icons/ti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25" y="3240405"/>
            <a:ext cx="240030" cy="24003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069330" y="3106674"/>
            <a:ext cx="240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b="1" dirty="0">
                <a:solidFill>
                  <a:srgbClr val="F2E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069330" y="3408426"/>
            <a:ext cx="246888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8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función, qué usuario, qué asiento y cuándo se reservó</a:t>
            </a:r>
            <a:endParaRPr lang="en-US" sz="93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F1F2B"/>
          </a:solidFill>
          <a:ln w="9525">
            <a:solidFill>
              <a:srgbClr val="3333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502920" y="1417320"/>
            <a:ext cx="17830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41732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42032" y="14173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2A2214"/>
          </a:solidFill>
          <a:ln w="15875">
            <a:solidFill>
              <a:srgbClr val="E3B23C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2542032" y="1417320"/>
            <a:ext cx="17830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2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cine-backend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325112" y="141732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81144" y="14173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F1F2B"/>
          </a:solidFill>
          <a:ln w="9525">
            <a:solidFill>
              <a:srgbClr val="3333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4581144" y="1417320"/>
            <a:ext cx="17830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cine-core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141732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620256" y="14173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F1F2B"/>
          </a:solidFill>
          <a:ln w="9525">
            <a:solidFill>
              <a:srgbClr val="3333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6620256" y="1417320"/>
            <a:ext cx="17830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H2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377440" y="274320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2A2214"/>
          </a:solidFill>
          <a:ln w="15875">
            <a:solidFill>
              <a:srgbClr val="E3B23C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2377440" y="2743200"/>
            <a:ext cx="31089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2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(IDaaS — emite el JWT)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0" y="2377440"/>
            <a:ext cx="0" cy="365760"/>
          </a:xfrm>
          <a:prstGeom prst="line">
            <a:avLst/>
          </a:prstGeom>
          <a:noFill/>
          <a:ln w="15875">
            <a:solidFill>
              <a:srgbClr val="E3B23C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4480560" y="2377440"/>
            <a:ext cx="0" cy="365760"/>
          </a:xfrm>
          <a:prstGeom prst="line">
            <a:avLst/>
          </a:prstGeom>
          <a:noFill/>
          <a:ln w="15875">
            <a:solidFill>
              <a:srgbClr val="E3B23C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548640" y="37947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BFF nunca toca la base de datos directo — todo pasa por el microservicio de negocio.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microservicio (cine-core) no sabe nada de seguridad; solo el BFF valida el token.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actúa como el IDaaS del proyecto: emite y firma los tokens JWT.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Autenticación con Firebase (IDaaS)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formas reales de iniciar sesión: Google Sign-In (OAuth 2.0 / Authorization Code de verdad) y email + contraseña.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login emite un ID Token JWT firmado por Firebase — nunca por nuestro propio código.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verifica ese token con el SDK de administración de Firebase (Resource Server puro).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quedan registrados de verdad en el proyecto (evidencia a la derecha).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846320" y="1417320"/>
            <a:ext cx="3749040" cy="3246120"/>
          </a:xfrm>
          <a:prstGeom prst="roundRect">
            <a:avLst>
              <a:gd name="adj" fmla="val 2254"/>
            </a:avLst>
          </a:prstGeom>
          <a:solidFill>
            <a:srgbClr val="1F1F2B"/>
          </a:solidFill>
          <a:ln w="9525">
            <a:solidFill>
              <a:srgbClr val="3333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6" name="Image 0" descr="/home/claude/pptx_evidence/firebase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54480"/>
            <a:ext cx="3474720" cy="16642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98348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reales registrados en Firebase Authentication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BFF como Resource Server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BFF jamás valida usuario/contraseña ni firma tokens — solo verifica el JWT que ya emitió Firebase.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niveles de acceso: ROLE_USER (todo usuario logueado) y ROLE_ADMIN (custom claim asignado a mano).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reserva solo la puede ver o cancelar su propio dueño — comparando el email del token, nunca lo que mande el frontend.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846320" y="146304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1F1F2B"/>
          </a:solidFill>
          <a:ln w="9525">
            <a:solidFill>
              <a:srgbClr val="3333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507492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seguridad probada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749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token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52360" y="2157984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E0665E">
              <a:alpha val="20000"/>
            </a:srgbClr>
          </a:solidFill>
          <a:ln w="12700">
            <a:solidFill>
              <a:srgbClr val="E066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7452360" y="21579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6700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válido, reserva ajena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52360" y="2724912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E0665E">
              <a:alpha val="20000"/>
            </a:srgbClr>
          </a:solidFill>
          <a:ln w="12700">
            <a:solidFill>
              <a:srgbClr val="E066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7452360" y="272491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32369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válido, reserva propia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52360" y="3291840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7FCB9E">
              <a:alpha val="20000"/>
            </a:srgbClr>
          </a:solidFill>
          <a:ln w="12700">
            <a:solidFill>
              <a:srgbClr val="7FCB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7452360" y="32918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38039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cualquier reserva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52360" y="3858768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7FCB9E">
              <a:alpha val="20000"/>
            </a:srgbClr>
          </a:solidFill>
          <a:ln w="12700">
            <a:solidFill>
              <a:srgbClr val="7FCB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7452360" y="38587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RESUELTO #1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401 disfrazado de error de CORS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2A2214"/>
          </a:solidFill>
          <a:ln w="15875">
            <a:solidFill>
              <a:srgbClr val="E3B23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probar /api/reservas sin login, Chrome marcaba "blocked by CORS policy" en la consola — parecía un problema de configuración de orígenes.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rgbClr val="2A2214"/>
          </a:solidFill>
          <a:ln w="15875">
            <a:solidFill>
              <a:srgbClr val="E3B23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54864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30428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real: Spring Security respondía el 401 ANTES de que la config CORS de MVC se aplicara. La respuesta de error salía sin headers CORS, y el navegador lo confundía.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457200" cy="457200"/>
          </a:xfrm>
          <a:prstGeom prst="ellipse">
            <a:avLst/>
          </a:prstGeom>
          <a:solidFill>
            <a:srgbClr val="2A2214"/>
          </a:solidFill>
          <a:ln w="15875">
            <a:solidFill>
              <a:srgbClr val="E3B23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23697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mover el CORS a un bean CorsConfigurationSource enganchado dentro de la propia cadena de Security (.cors(...) en SecurityConfig).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57800" y="1417320"/>
            <a:ext cx="3337560" cy="2331720"/>
          </a:xfrm>
          <a:prstGeom prst="roundRect">
            <a:avLst>
              <a:gd name="adj" fmla="val 3137"/>
            </a:avLst>
          </a:prstGeom>
          <a:solidFill>
            <a:srgbClr val="1F1F2B"/>
          </a:solidFill>
          <a:ln w="9525">
            <a:solidFill>
              <a:srgbClr val="3333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14" name="Image 0" descr="/home/claude/pptx_evidence/network_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554480"/>
            <a:ext cx="3063240" cy="17373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394960" y="3337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final: 200 OK en las llamadas reales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funcionando de punta a punta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1F1F2B"/>
          </a:solidFill>
          <a:ln w="9525">
            <a:solidFill>
              <a:srgbClr val="3333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5" name="Image 0" descr="/home/claude/pptx_evidence/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54480"/>
            <a:ext cx="3840480" cy="22219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real con Google (Firebase Auth)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09160" y="141732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1F1F2B"/>
          </a:solidFill>
          <a:ln w="9525">
            <a:solidFill>
              <a:srgbClr val="3333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8" name="Image 1" descr="/home/claude/pptx_evidence/reserv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874520"/>
            <a:ext cx="3703320" cy="11338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46320" y="31089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"Mis reservas" — el usuario ve y cancela solo lo suyo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CLOUD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AWS: qué se logró y el error de RAM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logró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AWS Academy Learner Lab e instancia EC2 (Ubuntu, free tier).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Group: SSH restringido a mi IP, puerto 8080 abierto para el BFF.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instalado y configurado en la instancia.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cine-core y cine-backend compilados y subidos por SCP.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2A1414"/>
          </a:solidFill>
          <a:ln w="15875">
            <a:solidFill>
              <a:srgbClr val="E0665E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493776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#2 (pendiente) · RAM insuficiente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1051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instancia t2.micro (1 GB) no alcanzó para correr MySQL + las 2 JVM (cine-core y cine-backend) al mismo tiempo — la app se caía al iniciar.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297180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142A1E"/>
          </a:solidFill>
          <a:ln w="15875">
            <a:solidFill>
              <a:srgbClr val="7FCB9E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493776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planteada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340156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t3.small (2 GB) en vez de t2.micro.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memoria por JVM (-Xmx400m en cada .jar).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 de swap como respaldo adicional.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actual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292608" cy="292608"/>
          </a:xfrm>
          <a:prstGeom prst="ellipse">
            <a:avLst/>
          </a:prstGeom>
          <a:solidFill>
            <a:srgbClr val="2A2214"/>
          </a:solidFill>
          <a:ln w="15875">
            <a:solidFill>
              <a:srgbClr val="E3B23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594360" y="1536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508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BFF + microservicio separados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039112"/>
            <a:ext cx="292608" cy="292608"/>
          </a:xfrm>
          <a:prstGeom prst="ellipse">
            <a:avLst/>
          </a:prstGeom>
          <a:solidFill>
            <a:srgbClr val="2A2214"/>
          </a:solidFill>
          <a:ln w="15875">
            <a:solidFill>
              <a:srgbClr val="E3B23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594360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011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real con Firebase (OAuth 2.0 / OIDC)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2542032"/>
            <a:ext cx="292608" cy="292608"/>
          </a:xfrm>
          <a:prstGeom prst="ellipse">
            <a:avLst/>
          </a:prstGeom>
          <a:solidFill>
            <a:srgbClr val="2A2214"/>
          </a:solidFill>
          <a:ln w="15875">
            <a:solidFill>
              <a:srgbClr val="E3B23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594360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514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seguridad 401 / 403 / 200 probada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3044952"/>
            <a:ext cx="292608" cy="292608"/>
          </a:xfrm>
          <a:prstGeom prst="ellipse">
            <a:avLst/>
          </a:prstGeom>
          <a:solidFill>
            <a:srgbClr val="2A2214"/>
          </a:solidFill>
          <a:ln w="15875">
            <a:solidFill>
              <a:srgbClr val="E3B23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59436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017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consumiendo el backend de punta a punta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4360" y="3547872"/>
            <a:ext cx="292608" cy="292608"/>
          </a:xfrm>
          <a:prstGeom prst="ellipse">
            <a:avLst/>
          </a:prstGeom>
          <a:solidFill>
            <a:srgbClr val="23232E"/>
          </a:solidFill>
          <a:ln w="15875">
            <a:solidFill>
              <a:srgbClr val="9A97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594360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20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completo en AWS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1F1F2B"/>
          </a:solidFill>
          <a:ln w="9525">
            <a:solidFill>
              <a:srgbClr val="33334A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822960" y="402336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2D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sólida y funcionando en local — el siguiente paso es terminar el despliegue en la nube.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gradado oscuro">
  <a:themeElements>
    <a:clrScheme name="Degradado oscuro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19</TotalTime>
  <Words>760</Words>
  <Application>Microsoft Office PowerPoint</Application>
  <PresentationFormat>Presentación en pantalla (16:9)</PresentationFormat>
  <Paragraphs>99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Arial</vt:lpstr>
      <vt:lpstr>Arial Nova Light</vt:lpstr>
      <vt:lpstr>Calibri</vt:lpstr>
      <vt:lpstr>Cambria</vt:lpstr>
      <vt:lpstr>Degradado oscuro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SIXKILLER 1</cp:lastModifiedBy>
  <cp:revision>2</cp:revision>
  <dcterms:created xsi:type="dcterms:W3CDTF">2026-09-25T03:53:50Z</dcterms:created>
  <dcterms:modified xsi:type="dcterms:W3CDTF">2026-09-25T15:27:40Z</dcterms:modified>
</cp:coreProperties>
</file>